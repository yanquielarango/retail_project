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_update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sign_decisions_trade_of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